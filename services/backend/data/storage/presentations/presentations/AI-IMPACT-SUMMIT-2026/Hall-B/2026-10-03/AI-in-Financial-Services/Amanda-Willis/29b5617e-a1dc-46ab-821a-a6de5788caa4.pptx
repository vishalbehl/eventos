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41" autoAdjust="0"/>
    <p:restoredTop sz="94660"/>
  </p:normalViewPr>
  <p:slideViewPr>
    <p:cSldViewPr snapToGrid="0">
      <p:cViewPr varScale="1">
        <p:scale>
          <a:sx n="87" d="100"/>
          <a:sy n="87" d="100"/>
        </p:scale>
        <p:origin x="418" y="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054C77-261D-4725-A8C4-12FFBE3170A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E110B1-9A68-49B9-8F6D-406A73B8C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648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110B1-9A68-49B9-8F6D-406A73B8C35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419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A8B92-8198-3D85-0A31-E706AC42C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380EDE-56FA-14D0-121A-99DFB633E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7C7E7-74B0-B1E6-7306-0A16218F9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C17E4-81C5-4EBC-B693-BD8A8C11411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A930E-A17F-CB3A-C59A-D258B0E12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728F0-1A62-0CA4-9A09-1E3752274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B1670-D803-4F43-8FB1-630429C13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639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7AEF7-7105-41A5-3144-C27B5D717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AE1C6-1EFC-4BA4-8E95-BD55E6361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25323-4F2B-8801-F782-962219CA8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C17E4-81C5-4EBC-B693-BD8A8C11411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673E0-A128-BECA-7F0E-2CF39C488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56CBA-BCA9-960A-4624-D2C9DA227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B1670-D803-4F43-8FB1-630429C13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326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D0003-EBF6-B480-B87B-B3C82CAAA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4DEAA-71AF-AD8D-CE72-7F33E3F86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611CB-3CF5-EFBB-262A-EF577A84F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C17E4-81C5-4EBC-B693-BD8A8C11411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91157-B0F0-0951-0379-DE73A4B01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D285B-FB2E-B9D4-CCBD-AAC7B545E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B1670-D803-4F43-8FB1-630429C13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4112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05ACC-1749-68D2-3E6D-4608CEB7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2C2F2-2BA0-49C8-C5E9-18192DCB48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C465E9-E28E-8CF5-3A49-0B49CD0B8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1DAE05-1717-DE7C-57C3-9B590881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C17E4-81C5-4EBC-B693-BD8A8C11411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989559-8E62-38B6-038B-228B1027A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914B64-4C39-C383-4E87-CD88CA8AF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B1670-D803-4F43-8FB1-630429C13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638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03CAD-5EC9-E065-BD1C-0EE946B17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A8AC2-CD56-1636-F043-A3A9703B7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05D88D-C54F-1874-4FCA-B25AF6FC9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16F6B6-3495-5DBC-3BC3-57679BEC93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B41D18-9674-D1E3-0BC4-A21FE9B426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08EB4A-3F2B-E8B4-3688-D9A7BCD6F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C17E4-81C5-4EBC-B693-BD8A8C11411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0080E9-D596-222A-CB8D-8DEA892B4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589BFF-DC97-7318-451B-B4A42F0A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B1670-D803-4F43-8FB1-630429C13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144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93E1E-BD03-12F0-0DFF-0555C5D2D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27AE96-B689-0C65-0D70-EB497B162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C17E4-81C5-4EBC-B693-BD8A8C11411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4AE3F5-4DD0-9A78-3E70-248C0F581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E28FD8-F230-D3F2-A04F-51F4B7D23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B1670-D803-4F43-8FB1-630429C13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15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02666A-C0BE-E24E-D323-053C6E6C6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C17E4-81C5-4EBC-B693-BD8A8C11411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D5D9BD-45C3-D1BF-C3DA-0FACA3EFD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1A886-7E9A-9DCE-66A6-8D5572859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B1670-D803-4F43-8FB1-630429C13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287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4E03C-4B4F-2A4A-0352-7ABA8CFFF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53649-78E7-D98E-9011-834C4894A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CEC13-7787-E3C2-651A-BFC753C016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F4F959-9E74-681D-5E51-B739525C5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C17E4-81C5-4EBC-B693-BD8A8C11411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3F241-22AB-73DA-3B44-C8E461CE2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261F5-E008-261B-AF22-7DD7161F3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B1670-D803-4F43-8FB1-630429C13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85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8F598-F3E4-904A-D369-669FB00FB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8C36BA-6F93-37DA-068E-E750A7DBBF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DCEB4D-9698-AD82-4996-93133D594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A5C5F-4201-A97C-8DF0-228F7CDCC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C17E4-81C5-4EBC-B693-BD8A8C11411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E1A37-8E51-DEFA-D50F-0D8C0B857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3CBF1-999B-FCE2-77ED-465D0B47A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B1670-D803-4F43-8FB1-630429C13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659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3DB20-3179-A48E-70AD-E50B8E198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681CB1-AB8C-7F04-F264-68946F335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D1256-3347-739A-28B5-EF73E8BD4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C17E4-81C5-4EBC-B693-BD8A8C11411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8666F-96CC-0CC2-0B94-C853CE590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9DFC1-BD1C-366A-9B1B-8E844A258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B1670-D803-4F43-8FB1-630429C13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512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E2457F-152C-BF88-E04C-B0BCD2C038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E1BA38-4E67-B52C-8CF0-FDA41DB508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00B3A-E590-DC39-27F2-DF99288CF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C17E4-81C5-4EBC-B693-BD8A8C11411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9722D-60A6-FB1B-03A2-D88110A3E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2E667-791A-B6A7-1942-B58448DDA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B1670-D803-4F43-8FB1-630429C13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896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AE863F-8060-6702-CC84-CE65F37A6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2272E-94C7-2625-26FC-25E8FE08C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2AB6D-AE04-DA3B-F34D-83E68041F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C17E4-81C5-4EBC-B693-BD8A8C11411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F72EA-F249-B2D7-9DE7-6A6B8484AA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9B1F6-3AFC-11BF-CEF7-405DCAEB3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B1670-D803-4F43-8FB1-630429C13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528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ree Photo | Blue Background Banner perfect for Canva">
            <a:extLst>
              <a:ext uri="{FF2B5EF4-FFF2-40B4-BE49-F238E27FC236}">
                <a16:creationId xmlns:a16="http://schemas.microsoft.com/office/drawing/2014/main" id="{3F56A0C6-32E3-4F76-D2AA-B0BAD1E5F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7053"/>
            <a:ext cx="12192001" cy="686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5224694-18EF-755C-650B-7632E8BCF884}"/>
              </a:ext>
            </a:extLst>
          </p:cNvPr>
          <p:cNvSpPr/>
          <p:nvPr/>
        </p:nvSpPr>
        <p:spPr>
          <a:xfrm>
            <a:off x="574572" y="272844"/>
            <a:ext cx="11042855" cy="1696066"/>
          </a:xfrm>
          <a:prstGeom prst="round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F062C42-C670-1C74-8EE6-CA87B45B7C74}"/>
              </a:ext>
            </a:extLst>
          </p:cNvPr>
          <p:cNvGrpSpPr/>
          <p:nvPr/>
        </p:nvGrpSpPr>
        <p:grpSpPr>
          <a:xfrm>
            <a:off x="574572" y="2241755"/>
            <a:ext cx="8783277" cy="3684640"/>
            <a:chOff x="2860572" y="2241755"/>
            <a:chExt cx="8783277" cy="368464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11FBDA5-BB30-7512-1F60-6F9B8703EA0E}"/>
                </a:ext>
              </a:extLst>
            </p:cNvPr>
            <p:cNvGrpSpPr/>
            <p:nvPr/>
          </p:nvGrpSpPr>
          <p:grpSpPr>
            <a:xfrm>
              <a:off x="2860572" y="2241755"/>
              <a:ext cx="8783277" cy="961104"/>
              <a:chOff x="2986549" y="5471652"/>
              <a:chExt cx="8783277" cy="961104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D643AA76-C728-CABA-0DFE-E28AD8C414E4}"/>
                  </a:ext>
                </a:extLst>
              </p:cNvPr>
              <p:cNvSpPr/>
              <p:nvPr/>
            </p:nvSpPr>
            <p:spPr>
              <a:xfrm>
                <a:off x="5340234" y="5471652"/>
                <a:ext cx="6429592" cy="961104"/>
              </a:xfrm>
              <a:prstGeom prst="roundRect">
                <a:avLst/>
              </a:prstGeom>
              <a:ln w="28575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9CD3C4F8-38DB-30CC-6890-E7379333E05F}"/>
                  </a:ext>
                </a:extLst>
              </p:cNvPr>
              <p:cNvSpPr/>
              <p:nvPr/>
            </p:nvSpPr>
            <p:spPr>
              <a:xfrm>
                <a:off x="2986549" y="5471652"/>
                <a:ext cx="2072148" cy="961104"/>
              </a:xfrm>
              <a:prstGeom prst="roundRect">
                <a:avLst/>
              </a:prstGeom>
              <a:solidFill>
                <a:srgbClr val="00B050"/>
              </a:solidFill>
              <a:ln w="38100">
                <a:solidFill>
                  <a:srgbClr val="92D05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4400" b="1" dirty="0">
                    <a:solidFill>
                      <a:schemeClr val="bg1"/>
                    </a:solidFill>
                  </a:rPr>
                  <a:t>NOW</a:t>
                </a:r>
                <a:endParaRPr lang="en-IN" sz="36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C26393E-568D-D61A-B732-A412006DE4DB}"/>
                </a:ext>
              </a:extLst>
            </p:cNvPr>
            <p:cNvGrpSpPr/>
            <p:nvPr/>
          </p:nvGrpSpPr>
          <p:grpSpPr>
            <a:xfrm>
              <a:off x="2860572" y="3603523"/>
              <a:ext cx="8770065" cy="961104"/>
              <a:chOff x="2999761" y="5471652"/>
              <a:chExt cx="8770065" cy="961104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AC439409-7377-5586-9CEA-45E114F9942F}"/>
                  </a:ext>
                </a:extLst>
              </p:cNvPr>
              <p:cNvSpPr/>
              <p:nvPr/>
            </p:nvSpPr>
            <p:spPr>
              <a:xfrm>
                <a:off x="5353446" y="5471652"/>
                <a:ext cx="6416380" cy="961104"/>
              </a:xfrm>
              <a:prstGeom prst="roundRect">
                <a:avLst/>
              </a:prstGeom>
              <a:ln w="28575">
                <a:solidFill>
                  <a:srgbClr val="FFC000"/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CEA2C14A-FE18-D3BA-B215-BB74B10818BD}"/>
                  </a:ext>
                </a:extLst>
              </p:cNvPr>
              <p:cNvSpPr/>
              <p:nvPr/>
            </p:nvSpPr>
            <p:spPr>
              <a:xfrm>
                <a:off x="2999761" y="5471652"/>
                <a:ext cx="2072148" cy="961104"/>
              </a:xfrm>
              <a:prstGeom prst="roundRect">
                <a:avLst/>
              </a:prstGeom>
              <a:solidFill>
                <a:srgbClr val="FFC000"/>
              </a:solidFill>
              <a:ln w="38100">
                <a:solidFill>
                  <a:srgbClr val="FFFF0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4400" b="1" dirty="0">
                    <a:solidFill>
                      <a:schemeClr val="bg1"/>
                    </a:solidFill>
                  </a:rPr>
                  <a:t>NEXT</a:t>
                </a:r>
                <a:endParaRPr lang="en-IN" sz="4000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6B2B78D-4952-F7F5-9647-7BB57A570CA4}"/>
                </a:ext>
              </a:extLst>
            </p:cNvPr>
            <p:cNvGrpSpPr/>
            <p:nvPr/>
          </p:nvGrpSpPr>
          <p:grpSpPr>
            <a:xfrm>
              <a:off x="2886996" y="4965291"/>
              <a:ext cx="8756853" cy="961104"/>
              <a:chOff x="3012973" y="5471652"/>
              <a:chExt cx="8756853" cy="961104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138A37E8-6214-EBB7-7942-CCC8885157E5}"/>
                  </a:ext>
                </a:extLst>
              </p:cNvPr>
              <p:cNvSpPr/>
              <p:nvPr/>
            </p:nvSpPr>
            <p:spPr>
              <a:xfrm>
                <a:off x="5353446" y="5471652"/>
                <a:ext cx="6416380" cy="961104"/>
              </a:xfrm>
              <a:prstGeom prst="roundRect">
                <a:avLst/>
              </a:prstGeom>
              <a:ln w="28575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6A84ABC0-2D82-FB1C-7F80-B8AF2B35EA00}"/>
                  </a:ext>
                </a:extLst>
              </p:cNvPr>
              <p:cNvSpPr/>
              <p:nvPr/>
            </p:nvSpPr>
            <p:spPr>
              <a:xfrm>
                <a:off x="3012973" y="5471652"/>
                <a:ext cx="2072148" cy="961104"/>
              </a:xfrm>
              <a:prstGeom prst="roundRect">
                <a:avLst/>
              </a:prstGeom>
              <a:solidFill>
                <a:srgbClr val="002060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4400" b="1" dirty="0">
                    <a:solidFill>
                      <a:schemeClr val="bg1"/>
                    </a:solidFill>
                  </a:rPr>
                  <a:t>LATER</a:t>
                </a:r>
                <a:endParaRPr lang="en-IN" sz="4000" dirty="0"/>
              </a:p>
            </p:txBody>
          </p:sp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90417F3C-0B9C-02A2-D766-F1A18177D51B}"/>
              </a:ext>
            </a:extLst>
          </p:cNvPr>
          <p:cNvSpPr txBox="1"/>
          <p:nvPr/>
        </p:nvSpPr>
        <p:spPr>
          <a:xfrm>
            <a:off x="971107" y="6488668"/>
            <a:ext cx="7598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ALL DELEGATES ARE REQUESTED TO UPLOAD THEIR PPT TO THE PREVIEW AREA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A961B5A-C255-9C1B-14B3-3E61073D6F1B}"/>
              </a:ext>
            </a:extLst>
          </p:cNvPr>
          <p:cNvSpPr/>
          <p:nvPr/>
        </p:nvSpPr>
        <p:spPr>
          <a:xfrm>
            <a:off x="8735236" y="6488668"/>
            <a:ext cx="3494567" cy="36933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PROGRAM IS RUNNING ON TIME.</a:t>
            </a:r>
            <a:endParaRPr lang="en-IN" b="1" dirty="0"/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346BF2B5-1790-0626-C18D-4919BCBDEB77}"/>
              </a:ext>
            </a:extLst>
          </p:cNvPr>
          <p:cNvSpPr/>
          <p:nvPr/>
        </p:nvSpPr>
        <p:spPr>
          <a:xfrm>
            <a:off x="9571412" y="2385913"/>
            <a:ext cx="2639489" cy="3396324"/>
          </a:xfrm>
          <a:prstGeom prst="round2SameRect">
            <a:avLst>
              <a:gd name="adj1" fmla="val 50000"/>
              <a:gd name="adj2" fmla="val 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3600" b="1" baseline="-25000" dirty="0">
                <a:solidFill>
                  <a:schemeClr val="accent6"/>
                </a:solidFill>
                <a:latin typeface="Bodoni MT Black" panose="02070A03080606020203" pitchFamily="18" charset="0"/>
              </a:rPr>
              <a:t> AGENDA</a:t>
            </a:r>
            <a:endParaRPr lang="en-GB" sz="4000" b="1" baseline="-25000" dirty="0">
              <a:solidFill>
                <a:schemeClr val="accent6"/>
              </a:solidFill>
              <a:latin typeface="Bodoni MT Black" panose="02070A03080606020203" pitchFamily="18" charset="0"/>
            </a:endParaRPr>
          </a:p>
          <a:p>
            <a:r>
              <a:rPr lang="en-GB" sz="2800" b="1" baseline="-25000" dirty="0"/>
              <a:t>          DATE:</a:t>
            </a:r>
          </a:p>
          <a:p>
            <a:r>
              <a:rPr lang="en-GB" sz="2800" b="1" baseline="-25000" dirty="0">
                <a:solidFill>
                  <a:schemeClr val="accent2">
                    <a:lumMod val="75000"/>
                  </a:schemeClr>
                </a:solidFill>
              </a:rPr>
              <a:t>   DD/MM/YYYY</a:t>
            </a:r>
            <a:endParaRPr lang="en-IN" sz="2800" b="1" baseline="-250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IN" sz="2800" b="1" baseline="-25000" dirty="0">
                <a:solidFill>
                  <a:schemeClr val="accent2">
                    <a:lumMod val="75000"/>
                  </a:schemeClr>
                </a:solidFill>
              </a:rPr>
              <a:t>    </a:t>
            </a:r>
            <a:r>
              <a:rPr lang="en-IN" sz="2800" b="1" baseline="-25000" dirty="0">
                <a:solidFill>
                  <a:schemeClr val="accent1"/>
                </a:solidFill>
              </a:rPr>
              <a:t>FOR PHOTOS </a:t>
            </a:r>
          </a:p>
          <a:p>
            <a:endParaRPr lang="en-IN" sz="2400" b="1" baseline="-25000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IN" sz="2400" b="1" baseline="-25000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IN" sz="2400" b="1" baseline="-25000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IN" sz="2400" b="1" baseline="-250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IN" sz="2800" b="1" baseline="-25000" dirty="0">
                <a:solidFill>
                  <a:schemeClr val="accent1"/>
                </a:solidFill>
              </a:rPr>
              <a:t>      </a:t>
            </a:r>
          </a:p>
          <a:p>
            <a:r>
              <a:rPr lang="en-IN" sz="2800" b="1" baseline="-25000" dirty="0">
                <a:solidFill>
                  <a:schemeClr val="accent1"/>
                </a:solidFill>
              </a:rPr>
              <a:t>       SCAN ME</a:t>
            </a:r>
          </a:p>
        </p:txBody>
      </p:sp>
      <p:pic>
        <p:nvPicPr>
          <p:cNvPr id="1032" name="Picture 8" descr="QR code - Wikipedia">
            <a:extLst>
              <a:ext uri="{FF2B5EF4-FFF2-40B4-BE49-F238E27FC236}">
                <a16:creationId xmlns:a16="http://schemas.microsoft.com/office/drawing/2014/main" id="{0D212B4E-559F-E5FB-CEFD-DA33217D9B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0670" y="4204871"/>
            <a:ext cx="1240972" cy="1240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6411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3099 3.33333E-6 L -0.68685 3.33333E-6 " pathEditMode="fixed" rAng="0" ptsTypes="AA">
                                      <p:cBhvr>
                                        <p:cTn id="6" dur="2975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89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3296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40</Words>
  <Application>Microsoft Office PowerPoint</Application>
  <PresentationFormat>Widescreen</PresentationFormat>
  <Paragraphs>16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Bodoni MT Black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Behl</dc:creator>
  <cp:lastModifiedBy>Vishal Behl</cp:lastModifiedBy>
  <cp:revision>5</cp:revision>
  <dcterms:created xsi:type="dcterms:W3CDTF">2024-10-08T08:07:49Z</dcterms:created>
  <dcterms:modified xsi:type="dcterms:W3CDTF">2025-11-17T19:31:27Z</dcterms:modified>
</cp:coreProperties>
</file>